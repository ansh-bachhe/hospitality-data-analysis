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81" r:id="rId2"/>
    <p:sldId id="264" r:id="rId3"/>
    <p:sldId id="282" r:id="rId4"/>
    <p:sldId id="283" r:id="rId5"/>
    <p:sldId id="266" r:id="rId6"/>
    <p:sldId id="275" r:id="rId7"/>
    <p:sldId id="284" r:id="rId8"/>
    <p:sldId id="285" r:id="rId9"/>
    <p:sldId id="286" r:id="rId10"/>
    <p:sldId id="273" r:id="rId11"/>
    <p:sldId id="278" r:id="rId12"/>
    <p:sldId id="287" r:id="rId13"/>
    <p:sldId id="274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BAF310 Ansh Bachhe" userId="9a6a60e073e16af0" providerId="LiveId" clId="{7FC7247B-C741-4F85-BF2E-D9BF869EDE50}"/>
    <pc:docChg chg="undo custSel addSld delSld modSld sldOrd">
      <pc:chgData name="SYBAF310 Ansh Bachhe" userId="9a6a60e073e16af0" providerId="LiveId" clId="{7FC7247B-C741-4F85-BF2E-D9BF869EDE50}" dt="2025-12-30T08:00:36.682" v="861" actId="20577"/>
      <pc:docMkLst>
        <pc:docMk/>
      </pc:docMkLst>
      <pc:sldChg chg="modSp mod">
        <pc:chgData name="SYBAF310 Ansh Bachhe" userId="9a6a60e073e16af0" providerId="LiveId" clId="{7FC7247B-C741-4F85-BF2E-D9BF869EDE50}" dt="2025-12-24T11:51:18.200" v="118" actId="2710"/>
        <pc:sldMkLst>
          <pc:docMk/>
          <pc:sldMk cId="2070459798" sldId="264"/>
        </pc:sldMkLst>
        <pc:spChg chg="mod">
          <ac:chgData name="SYBAF310 Ansh Bachhe" userId="9a6a60e073e16af0" providerId="LiveId" clId="{7FC7247B-C741-4F85-BF2E-D9BF869EDE50}" dt="2025-12-24T11:51:18.200" v="118" actId="2710"/>
          <ac:spMkLst>
            <pc:docMk/>
            <pc:sldMk cId="2070459798" sldId="264"/>
            <ac:spMk id="3" creationId="{00000000-0000-0000-0000-000000000000}"/>
          </ac:spMkLst>
        </pc:spChg>
      </pc:sldChg>
      <pc:sldChg chg="modSp mod">
        <pc:chgData name="SYBAF310 Ansh Bachhe" userId="9a6a60e073e16af0" providerId="LiveId" clId="{7FC7247B-C741-4F85-BF2E-D9BF869EDE50}" dt="2025-12-24T12:13:02.893" v="298" actId="255"/>
        <pc:sldMkLst>
          <pc:docMk/>
          <pc:sldMk cId="1385301016" sldId="266"/>
        </pc:sldMkLst>
        <pc:spChg chg="mod">
          <ac:chgData name="SYBAF310 Ansh Bachhe" userId="9a6a60e073e16af0" providerId="LiveId" clId="{7FC7247B-C741-4F85-BF2E-D9BF869EDE50}" dt="2025-12-24T12:09:44.339" v="259" actId="14100"/>
          <ac:spMkLst>
            <pc:docMk/>
            <pc:sldMk cId="1385301016" sldId="266"/>
            <ac:spMk id="2" creationId="{00000000-0000-0000-0000-000000000000}"/>
          </ac:spMkLst>
        </pc:spChg>
        <pc:spChg chg="mod">
          <ac:chgData name="SYBAF310 Ansh Bachhe" userId="9a6a60e073e16af0" providerId="LiveId" clId="{7FC7247B-C741-4F85-BF2E-D9BF869EDE50}" dt="2025-12-24T12:13:02.893" v="298" actId="255"/>
          <ac:spMkLst>
            <pc:docMk/>
            <pc:sldMk cId="1385301016" sldId="266"/>
            <ac:spMk id="3" creationId="{00000000-0000-0000-0000-000000000000}"/>
          </ac:spMkLst>
        </pc:spChg>
      </pc:sldChg>
      <pc:sldChg chg="modSp mod">
        <pc:chgData name="SYBAF310 Ansh Bachhe" userId="9a6a60e073e16af0" providerId="LiveId" clId="{7FC7247B-C741-4F85-BF2E-D9BF869EDE50}" dt="2025-12-30T08:00:36.682" v="861" actId="20577"/>
        <pc:sldMkLst>
          <pc:docMk/>
          <pc:sldMk cId="880145261" sldId="273"/>
        </pc:sldMkLst>
        <pc:spChg chg="mod">
          <ac:chgData name="SYBAF310 Ansh Bachhe" userId="9a6a60e073e16af0" providerId="LiveId" clId="{7FC7247B-C741-4F85-BF2E-D9BF869EDE50}" dt="2025-12-30T08:00:36.682" v="861" actId="20577"/>
          <ac:spMkLst>
            <pc:docMk/>
            <pc:sldMk cId="880145261" sldId="273"/>
            <ac:spMk id="3" creationId="{00000000-0000-0000-0000-000000000000}"/>
          </ac:spMkLst>
        </pc:spChg>
      </pc:sldChg>
      <pc:sldChg chg="modSp mod">
        <pc:chgData name="SYBAF310 Ansh Bachhe" userId="9a6a60e073e16af0" providerId="LiveId" clId="{7FC7247B-C741-4F85-BF2E-D9BF869EDE50}" dt="2025-12-24T15:26:40.373" v="825" actId="20577"/>
        <pc:sldMkLst>
          <pc:docMk/>
          <pc:sldMk cId="1138844170" sldId="274"/>
        </pc:sldMkLst>
        <pc:spChg chg="mod">
          <ac:chgData name="SYBAF310 Ansh Bachhe" userId="9a6a60e073e16af0" providerId="LiveId" clId="{7FC7247B-C741-4F85-BF2E-D9BF869EDE50}" dt="2025-12-24T15:26:40.373" v="825" actId="20577"/>
          <ac:spMkLst>
            <pc:docMk/>
            <pc:sldMk cId="1138844170" sldId="274"/>
            <ac:spMk id="3" creationId="{00000000-0000-0000-0000-000000000000}"/>
          </ac:spMkLst>
        </pc:spChg>
      </pc:sldChg>
      <pc:sldChg chg="addSp delSp modSp mod">
        <pc:chgData name="SYBAF310 Ansh Bachhe" userId="9a6a60e073e16af0" providerId="LiveId" clId="{7FC7247B-C741-4F85-BF2E-D9BF869EDE50}" dt="2025-12-24T12:20:37.789" v="534" actId="115"/>
        <pc:sldMkLst>
          <pc:docMk/>
          <pc:sldMk cId="2842866846" sldId="275"/>
        </pc:sldMkLst>
        <pc:spChg chg="mod">
          <ac:chgData name="SYBAF310 Ansh Bachhe" userId="9a6a60e073e16af0" providerId="LiveId" clId="{7FC7247B-C741-4F85-BF2E-D9BF869EDE50}" dt="2025-12-24T12:20:37.789" v="534" actId="115"/>
          <ac:spMkLst>
            <pc:docMk/>
            <pc:sldMk cId="2842866846" sldId="275"/>
            <ac:spMk id="3" creationId="{00000000-0000-0000-0000-000000000000}"/>
          </ac:spMkLst>
        </pc:spChg>
      </pc:sldChg>
      <pc:sldChg chg="addSp delSp modSp mod">
        <pc:chgData name="SYBAF310 Ansh Bachhe" userId="9a6a60e073e16af0" providerId="LiveId" clId="{7FC7247B-C741-4F85-BF2E-D9BF869EDE50}" dt="2025-12-24T15:28:32.896" v="859" actId="14100"/>
        <pc:sldMkLst>
          <pc:docMk/>
          <pc:sldMk cId="1996853207" sldId="278"/>
        </pc:sldMkLst>
        <pc:picChg chg="add mod modCrop">
          <ac:chgData name="SYBAF310 Ansh Bachhe" userId="9a6a60e073e16af0" providerId="LiveId" clId="{7FC7247B-C741-4F85-BF2E-D9BF869EDE50}" dt="2025-12-24T15:28:32.896" v="859" actId="14100"/>
          <ac:picMkLst>
            <pc:docMk/>
            <pc:sldMk cId="1996853207" sldId="278"/>
            <ac:picMk id="6" creationId="{CEB2492F-71C1-71C9-AC73-6BDF0B25DE22}"/>
          </ac:picMkLst>
        </pc:picChg>
      </pc:sldChg>
      <pc:sldChg chg="modSp new mod ord">
        <pc:chgData name="SYBAF310 Ansh Bachhe" userId="9a6a60e073e16af0" providerId="LiveId" clId="{7FC7247B-C741-4F85-BF2E-D9BF869EDE50}" dt="2025-12-24T11:50:10.442" v="116" actId="20577"/>
        <pc:sldMkLst>
          <pc:docMk/>
          <pc:sldMk cId="824705656" sldId="281"/>
        </pc:sldMkLst>
        <pc:spChg chg="mod">
          <ac:chgData name="SYBAF310 Ansh Bachhe" userId="9a6a60e073e16af0" providerId="LiveId" clId="{7FC7247B-C741-4F85-BF2E-D9BF869EDE50}" dt="2025-12-24T11:49:19.580" v="55" actId="14100"/>
          <ac:spMkLst>
            <pc:docMk/>
            <pc:sldMk cId="824705656" sldId="281"/>
            <ac:spMk id="2" creationId="{A5266B20-D1AB-A081-48A4-B42684D66B86}"/>
          </ac:spMkLst>
        </pc:spChg>
        <pc:spChg chg="mod">
          <ac:chgData name="SYBAF310 Ansh Bachhe" userId="9a6a60e073e16af0" providerId="LiveId" clId="{7FC7247B-C741-4F85-BF2E-D9BF869EDE50}" dt="2025-12-24T11:50:10.442" v="116" actId="20577"/>
          <ac:spMkLst>
            <pc:docMk/>
            <pc:sldMk cId="824705656" sldId="281"/>
            <ac:spMk id="3" creationId="{F1C76FBB-281F-4D51-39A4-C948C1FCD412}"/>
          </ac:spMkLst>
        </pc:spChg>
      </pc:sldChg>
      <pc:sldChg chg="addSp delSp modSp new mod ord">
        <pc:chgData name="SYBAF310 Ansh Bachhe" userId="9a6a60e073e16af0" providerId="LiveId" clId="{7FC7247B-C741-4F85-BF2E-D9BF869EDE50}" dt="2025-12-24T12:07:44.526" v="206" actId="1076"/>
        <pc:sldMkLst>
          <pc:docMk/>
          <pc:sldMk cId="1366961583" sldId="282"/>
        </pc:sldMkLst>
        <pc:spChg chg="mod">
          <ac:chgData name="SYBAF310 Ansh Bachhe" userId="9a6a60e073e16af0" providerId="LiveId" clId="{7FC7247B-C741-4F85-BF2E-D9BF869EDE50}" dt="2025-12-24T11:52:51.106" v="143" actId="20577"/>
          <ac:spMkLst>
            <pc:docMk/>
            <pc:sldMk cId="1366961583" sldId="282"/>
            <ac:spMk id="2" creationId="{074AA5FD-E9F9-3824-6312-2FF0F714EF58}"/>
          </ac:spMkLst>
        </pc:spChg>
        <pc:spChg chg="add mod">
          <ac:chgData name="SYBAF310 Ansh Bachhe" userId="9a6a60e073e16af0" providerId="LiveId" clId="{7FC7247B-C741-4F85-BF2E-D9BF869EDE50}" dt="2025-12-24T12:07:44.526" v="206" actId="1076"/>
          <ac:spMkLst>
            <pc:docMk/>
            <pc:sldMk cId="1366961583" sldId="282"/>
            <ac:spMk id="4" creationId="{7A7849FD-E1C1-90FF-57B7-C2800EFD0B9B}"/>
          </ac:spMkLst>
        </pc:spChg>
      </pc:sldChg>
      <pc:sldChg chg="addSp delSp modSp new mod">
        <pc:chgData name="SYBAF310 Ansh Bachhe" userId="9a6a60e073e16af0" providerId="LiveId" clId="{7FC7247B-C741-4F85-BF2E-D9BF869EDE50}" dt="2025-12-24T12:08:34.753" v="252" actId="20577"/>
        <pc:sldMkLst>
          <pc:docMk/>
          <pc:sldMk cId="3335391951" sldId="283"/>
        </pc:sldMkLst>
        <pc:spChg chg="mod">
          <ac:chgData name="SYBAF310 Ansh Bachhe" userId="9a6a60e073e16af0" providerId="LiveId" clId="{7FC7247B-C741-4F85-BF2E-D9BF869EDE50}" dt="2025-12-24T12:06:33.957" v="195" actId="1076"/>
          <ac:spMkLst>
            <pc:docMk/>
            <pc:sldMk cId="3335391951" sldId="283"/>
            <ac:spMk id="2" creationId="{C947940A-EC2A-D20C-977A-9DEED52C75E8}"/>
          </ac:spMkLst>
        </pc:spChg>
        <pc:spChg chg="add mod">
          <ac:chgData name="SYBAF310 Ansh Bachhe" userId="9a6a60e073e16af0" providerId="LiveId" clId="{7FC7247B-C741-4F85-BF2E-D9BF869EDE50}" dt="2025-12-24T12:08:34.753" v="252" actId="20577"/>
          <ac:spMkLst>
            <pc:docMk/>
            <pc:sldMk cId="3335391951" sldId="283"/>
            <ac:spMk id="4" creationId="{ADE450D9-5914-162A-196D-3DA273B2EDA6}"/>
          </ac:spMkLst>
        </pc:spChg>
      </pc:sldChg>
      <pc:sldChg chg="addSp delSp modSp new mod">
        <pc:chgData name="SYBAF310 Ansh Bachhe" userId="9a6a60e073e16af0" providerId="LiveId" clId="{7FC7247B-C741-4F85-BF2E-D9BF869EDE50}" dt="2025-12-24T12:33:00.916" v="601" actId="14100"/>
        <pc:sldMkLst>
          <pc:docMk/>
          <pc:sldMk cId="4062000105" sldId="284"/>
        </pc:sldMkLst>
        <pc:spChg chg="mod">
          <ac:chgData name="SYBAF310 Ansh Bachhe" userId="9a6a60e073e16af0" providerId="LiveId" clId="{7FC7247B-C741-4F85-BF2E-D9BF869EDE50}" dt="2025-12-24T12:28:24.443" v="599" actId="1076"/>
          <ac:spMkLst>
            <pc:docMk/>
            <pc:sldMk cId="4062000105" sldId="284"/>
            <ac:spMk id="2" creationId="{74359F74-B2B2-0836-F78E-3B9CD1974D1B}"/>
          </ac:spMkLst>
        </pc:spChg>
        <pc:spChg chg="add mod">
          <ac:chgData name="SYBAF310 Ansh Bachhe" userId="9a6a60e073e16af0" providerId="LiveId" clId="{7FC7247B-C741-4F85-BF2E-D9BF869EDE50}" dt="2025-12-24T12:33:00.916" v="601" actId="14100"/>
          <ac:spMkLst>
            <pc:docMk/>
            <pc:sldMk cId="4062000105" sldId="284"/>
            <ac:spMk id="4" creationId="{F4F96A71-51AE-CC59-4EFA-1064EF7875AD}"/>
          </ac:spMkLst>
        </pc:spChg>
        <pc:picChg chg="add mod modCrop">
          <ac:chgData name="SYBAF310 Ansh Bachhe" userId="9a6a60e073e16af0" providerId="LiveId" clId="{7FC7247B-C741-4F85-BF2E-D9BF869EDE50}" dt="2025-12-24T12:28:07.461" v="596" actId="14100"/>
          <ac:picMkLst>
            <pc:docMk/>
            <pc:sldMk cId="4062000105" sldId="284"/>
            <ac:picMk id="8" creationId="{484A5239-FF90-E552-99AE-94C92B39E62C}"/>
          </ac:picMkLst>
        </pc:picChg>
        <pc:picChg chg="add mod modCrop">
          <ac:chgData name="SYBAF310 Ansh Bachhe" userId="9a6a60e073e16af0" providerId="LiveId" clId="{7FC7247B-C741-4F85-BF2E-D9BF869EDE50}" dt="2025-12-24T12:28:15.468" v="598" actId="14100"/>
          <ac:picMkLst>
            <pc:docMk/>
            <pc:sldMk cId="4062000105" sldId="284"/>
            <ac:picMk id="10" creationId="{DB10FBA0-8722-3C4C-288D-7428592AE7D4}"/>
          </ac:picMkLst>
        </pc:picChg>
      </pc:sldChg>
      <pc:sldChg chg="addSp delSp modSp new mod">
        <pc:chgData name="SYBAF310 Ansh Bachhe" userId="9a6a60e073e16af0" providerId="LiveId" clId="{7FC7247B-C741-4F85-BF2E-D9BF869EDE50}" dt="2025-12-24T15:02:29.776" v="711" actId="1582"/>
        <pc:sldMkLst>
          <pc:docMk/>
          <pc:sldMk cId="2894419775" sldId="285"/>
        </pc:sldMkLst>
        <pc:spChg chg="mod">
          <ac:chgData name="SYBAF310 Ansh Bachhe" userId="9a6a60e073e16af0" providerId="LiveId" clId="{7FC7247B-C741-4F85-BF2E-D9BF869EDE50}" dt="2025-12-24T14:41:25.405" v="622" actId="20577"/>
          <ac:spMkLst>
            <pc:docMk/>
            <pc:sldMk cId="2894419775" sldId="285"/>
            <ac:spMk id="2" creationId="{50FA6342-508D-4C11-80E2-9985B8BFCD91}"/>
          </ac:spMkLst>
        </pc:spChg>
        <pc:spChg chg="mod">
          <ac:chgData name="SYBAF310 Ansh Bachhe" userId="9a6a60e073e16af0" providerId="LiveId" clId="{7FC7247B-C741-4F85-BF2E-D9BF869EDE50}" dt="2025-12-24T15:02:29.776" v="711" actId="1582"/>
          <ac:spMkLst>
            <pc:docMk/>
            <pc:sldMk cId="2894419775" sldId="285"/>
            <ac:spMk id="3" creationId="{C5C662C1-C45E-EE70-027E-0EDF964C26DE}"/>
          </ac:spMkLst>
        </pc:spChg>
        <pc:picChg chg="add mod modCrop">
          <ac:chgData name="SYBAF310 Ansh Bachhe" userId="9a6a60e073e16af0" providerId="LiveId" clId="{7FC7247B-C741-4F85-BF2E-D9BF869EDE50}" dt="2025-12-24T15:02:02.896" v="703" actId="14100"/>
          <ac:picMkLst>
            <pc:docMk/>
            <pc:sldMk cId="2894419775" sldId="285"/>
            <ac:picMk id="7" creationId="{A5CAB2F7-76BA-7A49-4443-476C82366882}"/>
          </ac:picMkLst>
        </pc:picChg>
        <pc:picChg chg="add mod modCrop">
          <ac:chgData name="SYBAF310 Ansh Bachhe" userId="9a6a60e073e16af0" providerId="LiveId" clId="{7FC7247B-C741-4F85-BF2E-D9BF869EDE50}" dt="2025-12-24T15:02:04.739" v="704" actId="1076"/>
          <ac:picMkLst>
            <pc:docMk/>
            <pc:sldMk cId="2894419775" sldId="285"/>
            <ac:picMk id="9" creationId="{F5BE6CE8-122E-01EF-93B1-9F09F747A7EF}"/>
          </ac:picMkLst>
        </pc:picChg>
      </pc:sldChg>
      <pc:sldChg chg="addSp delSp modSp new mod">
        <pc:chgData name="SYBAF310 Ansh Bachhe" userId="9a6a60e073e16af0" providerId="LiveId" clId="{7FC7247B-C741-4F85-BF2E-D9BF869EDE50}" dt="2025-12-24T15:09:53.938" v="813" actId="14100"/>
        <pc:sldMkLst>
          <pc:docMk/>
          <pc:sldMk cId="3451110885" sldId="286"/>
        </pc:sldMkLst>
        <pc:spChg chg="mod">
          <ac:chgData name="SYBAF310 Ansh Bachhe" userId="9a6a60e073e16af0" providerId="LiveId" clId="{7FC7247B-C741-4F85-BF2E-D9BF869EDE50}" dt="2025-12-24T15:03:39.406" v="743" actId="20577"/>
          <ac:spMkLst>
            <pc:docMk/>
            <pc:sldMk cId="3451110885" sldId="286"/>
            <ac:spMk id="2" creationId="{681EDAF9-D8A5-0B61-094F-D0E3DA8A385B}"/>
          </ac:spMkLst>
        </pc:spChg>
        <pc:spChg chg="mod">
          <ac:chgData name="SYBAF310 Ansh Bachhe" userId="9a6a60e073e16af0" providerId="LiveId" clId="{7FC7247B-C741-4F85-BF2E-D9BF869EDE50}" dt="2025-12-24T15:09:21.413" v="805" actId="1076"/>
          <ac:spMkLst>
            <pc:docMk/>
            <pc:sldMk cId="3451110885" sldId="286"/>
            <ac:spMk id="3" creationId="{75D92BBA-5290-3BD2-194D-056B302BF449}"/>
          </ac:spMkLst>
        </pc:spChg>
        <pc:picChg chg="add mod modCrop">
          <ac:chgData name="SYBAF310 Ansh Bachhe" userId="9a6a60e073e16af0" providerId="LiveId" clId="{7FC7247B-C741-4F85-BF2E-D9BF869EDE50}" dt="2025-12-24T15:09:53.938" v="813" actId="14100"/>
          <ac:picMkLst>
            <pc:docMk/>
            <pc:sldMk cId="3451110885" sldId="286"/>
            <ac:picMk id="5" creationId="{C39B0265-0FAB-941D-2FD4-E04183A28C66}"/>
          </ac:picMkLst>
        </pc:picChg>
        <pc:picChg chg="add mod modCrop">
          <ac:chgData name="SYBAF310 Ansh Bachhe" userId="9a6a60e073e16af0" providerId="LiveId" clId="{7FC7247B-C741-4F85-BF2E-D9BF869EDE50}" dt="2025-12-24T15:08:41.090" v="797" actId="14100"/>
          <ac:picMkLst>
            <pc:docMk/>
            <pc:sldMk cId="3451110885" sldId="286"/>
            <ac:picMk id="7" creationId="{AAE47813-E5BF-C723-83A9-D9331799F87B}"/>
          </ac:picMkLst>
        </pc:picChg>
        <pc:picChg chg="add mod modCrop">
          <ac:chgData name="SYBAF310 Ansh Bachhe" userId="9a6a60e073e16af0" providerId="LiveId" clId="{7FC7247B-C741-4F85-BF2E-D9BF869EDE50}" dt="2025-12-24T15:09:23.420" v="806" actId="1076"/>
          <ac:picMkLst>
            <pc:docMk/>
            <pc:sldMk cId="3451110885" sldId="286"/>
            <ac:picMk id="11" creationId="{9C118F0C-F948-BED8-ABDF-998263A1EB00}"/>
          </ac:picMkLst>
        </pc:picChg>
        <pc:picChg chg="add mod modCrop">
          <ac:chgData name="SYBAF310 Ansh Bachhe" userId="9a6a60e073e16af0" providerId="LiveId" clId="{7FC7247B-C741-4F85-BF2E-D9BF869EDE50}" dt="2025-12-24T15:09:45.595" v="811" actId="14100"/>
          <ac:picMkLst>
            <pc:docMk/>
            <pc:sldMk cId="3451110885" sldId="286"/>
            <ac:picMk id="13" creationId="{D6449DE4-4331-9E1C-BF7E-FEFA3DAE9958}"/>
          </ac:picMkLst>
        </pc:picChg>
      </pc:sldChg>
      <pc:sldChg chg="addSp delSp modSp add mod">
        <pc:chgData name="SYBAF310 Ansh Bachhe" userId="9a6a60e073e16af0" providerId="LiveId" clId="{7FC7247B-C741-4F85-BF2E-D9BF869EDE50}" dt="2025-12-24T15:27:45.251" v="849" actId="1076"/>
        <pc:sldMkLst>
          <pc:docMk/>
          <pc:sldMk cId="1421710026" sldId="287"/>
        </pc:sldMkLst>
        <pc:spChg chg="mod">
          <ac:chgData name="SYBAF310 Ansh Bachhe" userId="9a6a60e073e16af0" providerId="LiveId" clId="{7FC7247B-C741-4F85-BF2E-D9BF869EDE50}" dt="2025-12-24T15:26:57.068" v="838" actId="20577"/>
          <ac:spMkLst>
            <pc:docMk/>
            <pc:sldMk cId="1421710026" sldId="287"/>
            <ac:spMk id="4" creationId="{AA21AF35-82AA-EC05-3C1C-05D2D317078D}"/>
          </ac:spMkLst>
        </pc:spChg>
        <pc:picChg chg="add mod modCrop">
          <ac:chgData name="SYBAF310 Ansh Bachhe" userId="9a6a60e073e16af0" providerId="LiveId" clId="{7FC7247B-C741-4F85-BF2E-D9BF869EDE50}" dt="2025-12-24T15:27:45.251" v="849" actId="1076"/>
          <ac:picMkLst>
            <pc:docMk/>
            <pc:sldMk cId="1421710026" sldId="287"/>
            <ac:picMk id="6" creationId="{F289BEE3-6D93-0668-A06E-BB989C432D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66B20-D1AB-A081-48A4-B42684D66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488" y="2625213"/>
            <a:ext cx="7304937" cy="1301872"/>
          </a:xfrm>
        </p:spPr>
        <p:txBody>
          <a:bodyPr/>
          <a:lstStyle/>
          <a:p>
            <a:pPr algn="l"/>
            <a:r>
              <a:rPr lang="en-US" dirty="0"/>
              <a:t>Hospitality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76FBB-281F-4D51-39A4-C948C1FCD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489" y="4081535"/>
            <a:ext cx="6480048" cy="1752600"/>
          </a:xfrm>
        </p:spPr>
        <p:txBody>
          <a:bodyPr/>
          <a:lstStyle/>
          <a:p>
            <a:pPr algn="l"/>
            <a:r>
              <a:rPr lang="en-US" dirty="0"/>
              <a:t>Tools used : Microsoft Excel , MySQL , Tableau</a:t>
            </a:r>
          </a:p>
        </p:txBody>
      </p:sp>
    </p:spTree>
    <p:extLst>
      <p:ext uri="{BB962C8B-B14F-4D97-AF65-F5344CB8AC3E}">
        <p14:creationId xmlns:p14="http://schemas.microsoft.com/office/powerpoint/2010/main" val="82470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Introduction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04789" cy="4525963"/>
          </a:xfrm>
        </p:spPr>
        <p:txBody>
          <a:bodyPr>
            <a:normAutofit/>
          </a:bodyPr>
          <a:lstStyle/>
          <a:p>
            <a:r>
              <a:rPr lang="en-US" sz="2000" b="1" dirty="0"/>
              <a:t>Problem Statement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The hospitality industry generates large volumes of booking and revenue data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Analyzing this data helps understand performance and customer behavior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This project analyzes hotel data to derive meaningful business insights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7045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AA5FD-E9F9-3824-6312-2FF0F714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7849FD-E1C1-90FF-57B7-C2800EFD0B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116" y="1443975"/>
            <a:ext cx="8224684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performance of hotels and revenue trends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key hospitality KPIs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peak and low demand periods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customer booking behavior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actionable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36696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940A-EC2A-D20C-977A-9DEED52C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002"/>
            <a:ext cx="7467600" cy="688923"/>
          </a:xfrm>
        </p:spPr>
        <p:txBody>
          <a:bodyPr>
            <a:normAutofit fontScale="90000"/>
          </a:bodyPr>
          <a:lstStyle/>
          <a:p>
            <a:r>
              <a:rPr lang="en-US" dirty="0"/>
              <a:t>Tools &amp; Techniques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E450D9-5914-162A-196D-3DA273B2ED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87445"/>
            <a:ext cx="7978877" cy="5904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Used: </a:t>
            </a:r>
          </a:p>
          <a:p>
            <a:pPr marL="301752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/ MySQL / Tableau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u="sng" dirty="0">
                <a:latin typeface="Arial" panose="020B0604020202020204" pitchFamily="34" charset="0"/>
              </a:rPr>
              <a:t>Data Cleaning:</a:t>
            </a:r>
          </a:p>
          <a:p>
            <a:pPr marL="301752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</a:t>
            </a:r>
          </a:p>
          <a:p>
            <a:pPr marL="0" marR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u="sng" dirty="0">
                <a:latin typeface="Arial" panose="020B0604020202020204" pitchFamily="34" charset="0"/>
              </a:rPr>
              <a:t>Data Analysis:</a:t>
            </a:r>
          </a:p>
          <a:p>
            <a:pPr marL="301752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calculation</a:t>
            </a:r>
          </a:p>
          <a:p>
            <a:pPr marL="301752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&amp; Performance analysis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u="sng" dirty="0">
                <a:latin typeface="Arial" panose="020B0604020202020204" pitchFamily="34" charset="0"/>
              </a:rPr>
              <a:t>Data Visualization:</a:t>
            </a:r>
          </a:p>
          <a:p>
            <a:pPr marL="301752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charts</a:t>
            </a:r>
          </a:p>
          <a:p>
            <a:pPr marL="301752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charts</a:t>
            </a:r>
          </a:p>
          <a:p>
            <a:pPr marL="301752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391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018" y="222190"/>
            <a:ext cx="8673982" cy="800365"/>
          </a:xfrm>
        </p:spPr>
        <p:txBody>
          <a:bodyPr>
            <a:normAutofit fontScale="90000"/>
          </a:bodyPr>
          <a:lstStyle/>
          <a:p>
            <a:r>
              <a:rPr lang="en-GB" sz="4000" b="1" dirty="0"/>
              <a:t>Key KPIs (Business Performance Summary)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012" y="1226184"/>
            <a:ext cx="8673982" cy="5631816"/>
          </a:xfrm>
        </p:spPr>
        <p:txBody>
          <a:bodyPr>
            <a:noAutofit/>
          </a:bodyPr>
          <a:lstStyle/>
          <a:p>
            <a:pPr marL="36576" indent="0">
              <a:buNone/>
            </a:pPr>
            <a:r>
              <a:rPr lang="en-GB" sz="2000" b="1" dirty="0"/>
              <a:t>Total Bookings: 134,590</a:t>
            </a:r>
          </a:p>
          <a:p>
            <a:r>
              <a:rPr lang="en-GB" sz="1800" dirty="0"/>
              <a:t>Shows strong customer acquisition.</a:t>
            </a:r>
          </a:p>
          <a:p>
            <a:r>
              <a:rPr lang="en-GB" sz="1800" dirty="0"/>
              <a:t>High booking volume indicates good marketing, OTA visibility, and brand awareness.</a:t>
            </a:r>
          </a:p>
          <a:p>
            <a:endParaRPr lang="en-GB" sz="2400" dirty="0"/>
          </a:p>
          <a:p>
            <a:pPr marL="36576" indent="0">
              <a:buFont typeface="Wingdings 2"/>
              <a:buNone/>
            </a:pPr>
            <a:r>
              <a:rPr lang="en-GB" sz="2000" b="1" dirty="0"/>
              <a:t>Total Revenue: ₹1,70,87,71,229 (~₹1.71 billion)</a:t>
            </a:r>
          </a:p>
          <a:p>
            <a:r>
              <a:rPr lang="en-GB" sz="1800" b="1" dirty="0"/>
              <a:t>Indicates strong financial performance.</a:t>
            </a:r>
          </a:p>
          <a:p>
            <a:endParaRPr lang="en-IN" sz="1400" dirty="0"/>
          </a:p>
          <a:p>
            <a:endParaRPr lang="en-IN" sz="1400" dirty="0"/>
          </a:p>
          <a:p>
            <a:pPr marL="36576" indent="0">
              <a:buNone/>
            </a:pPr>
            <a:r>
              <a:rPr lang="en-GB" sz="2000" b="1" dirty="0"/>
              <a:t>Occupancy: 58%</a:t>
            </a:r>
          </a:p>
          <a:p>
            <a:r>
              <a:rPr lang="en-GB" sz="1800" dirty="0"/>
              <a:t>Indicates </a:t>
            </a:r>
            <a:r>
              <a:rPr lang="en-GB" sz="1800" b="1" dirty="0"/>
              <a:t>42% room inventory is unused</a:t>
            </a:r>
            <a:r>
              <a:rPr lang="en-GB" sz="1800" dirty="0"/>
              <a:t>, indicates: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Inefficient capacity utilization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Pricing strategy gaps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800" dirty="0"/>
              <a:t>Low weekday demand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8530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012" y="924233"/>
            <a:ext cx="8417975" cy="572304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IN" sz="2000" b="1" dirty="0"/>
              <a:t>Cancellation Rate: 25%</a:t>
            </a:r>
          </a:p>
          <a:p>
            <a:r>
              <a:rPr lang="en-IN" sz="1800" dirty="0"/>
              <a:t>1 out of every 4 booking get cancelled.</a:t>
            </a:r>
          </a:p>
          <a:p>
            <a:r>
              <a:rPr lang="en-IN" sz="1800" dirty="0"/>
              <a:t>This is significantly high.</a:t>
            </a:r>
          </a:p>
          <a:p>
            <a:pPr marL="36576" indent="0">
              <a:buNone/>
            </a:pPr>
            <a:endParaRPr lang="en-IN" dirty="0"/>
          </a:p>
          <a:p>
            <a:pPr marL="36576" indent="0">
              <a:buNone/>
            </a:pPr>
            <a:r>
              <a:rPr lang="en-IN" sz="2000" b="1" dirty="0"/>
              <a:t>Average Daily Rate (ADR): 12,696</a:t>
            </a:r>
          </a:p>
          <a:p>
            <a:r>
              <a:rPr lang="en-US" sz="1800" dirty="0"/>
              <a:t>The Average Daily Rate (ADR) is ₹12,696, indicating that the hotel earns approximately ₹12,696 for each occupied room per day. </a:t>
            </a:r>
          </a:p>
          <a:p>
            <a:r>
              <a:rPr lang="en-US" sz="1800" dirty="0"/>
              <a:t>This reflects the hotel’s pricing strategy and revenue generation capability.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4286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9F74-B2B2-0836-F78E-3B9CD197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61" y="92490"/>
            <a:ext cx="7467600" cy="1143000"/>
          </a:xfrm>
        </p:spPr>
        <p:txBody>
          <a:bodyPr/>
          <a:lstStyle/>
          <a:p>
            <a:r>
              <a:rPr lang="en-US" dirty="0"/>
              <a:t>Revenue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F96A71-51AE-CC59-4EFA-1064EF7875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964" y="1326351"/>
            <a:ext cx="3967036" cy="2266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trend over time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across locations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and low revenue periods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4A5239-FF90-E552-99AE-94C92B39E6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56" t="22330" r="33226" b="45555"/>
          <a:stretch>
            <a:fillRect/>
          </a:stretch>
        </p:blipFill>
        <p:spPr>
          <a:xfrm>
            <a:off x="4336026" y="1336584"/>
            <a:ext cx="4493342" cy="22667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10FBA0-8722-3C4C-288D-7428592A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23" t="55974" r="1291" b="4456"/>
          <a:stretch>
            <a:fillRect/>
          </a:stretch>
        </p:blipFill>
        <p:spPr>
          <a:xfrm>
            <a:off x="223964" y="3795251"/>
            <a:ext cx="8605404" cy="25017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200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6342-508D-4C11-80E2-9985B8BFC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Occupancy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662C1-C45E-EE70-027E-0EDF964C2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4399935" cy="1143000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Average Occupancy Rate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Occupancy by Properties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CAB2F7-76BA-7A49-4443-476C82366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097" t="25580" b="44982"/>
          <a:stretch>
            <a:fillRect/>
          </a:stretch>
        </p:blipFill>
        <p:spPr>
          <a:xfrm>
            <a:off x="457201" y="3191839"/>
            <a:ext cx="8229600" cy="34842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BE6CE8-122E-01EF-93B1-9F09F747A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14" t="6081" r="48065" b="78626"/>
          <a:stretch>
            <a:fillRect/>
          </a:stretch>
        </p:blipFill>
        <p:spPr>
          <a:xfrm>
            <a:off x="5722374" y="1348812"/>
            <a:ext cx="2964426" cy="159163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4419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DAF9-D8A5-0B61-094F-D0E3DA8A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&amp; Booking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2BBA-5290-3BD2-194D-056B302BF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5181"/>
            <a:ext cx="4704735" cy="1143000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1800" dirty="0"/>
              <a:t>Booking patterns by customer segment</a:t>
            </a:r>
          </a:p>
          <a:p>
            <a:r>
              <a:rPr lang="en-US" sz="1800" dirty="0"/>
              <a:t>Room type preference</a:t>
            </a:r>
          </a:p>
          <a:p>
            <a:r>
              <a:rPr lang="en-US" sz="1800" dirty="0"/>
              <a:t>Seasonal demand behavior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B0265-0FAB-941D-2FD4-E04183A28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53" t="42593" r="61396" b="35186"/>
          <a:stretch>
            <a:fillRect/>
          </a:stretch>
        </p:blipFill>
        <p:spPr>
          <a:xfrm>
            <a:off x="5299587" y="1278366"/>
            <a:ext cx="3618271" cy="246103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E47813-E5BF-C723-83A9-D9331799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10" t="41828" r="29570" b="34086"/>
          <a:stretch>
            <a:fillRect/>
          </a:stretch>
        </p:blipFill>
        <p:spPr>
          <a:xfrm>
            <a:off x="4191000" y="3952568"/>
            <a:ext cx="4805516" cy="263079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118F0C-F948-BED8-ABDF-998263A1EB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" t="65974" r="84839" b="21792"/>
          <a:stretch>
            <a:fillRect/>
          </a:stretch>
        </p:blipFill>
        <p:spPr>
          <a:xfrm>
            <a:off x="457200" y="2743201"/>
            <a:ext cx="2085792" cy="99619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449DE4-4331-9E1C-BF7E-FEFA3DAE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387" t="20992" r="32718" b="44791"/>
          <a:stretch>
            <a:fillRect/>
          </a:stretch>
        </p:blipFill>
        <p:spPr>
          <a:xfrm>
            <a:off x="304800" y="3924418"/>
            <a:ext cx="3692013" cy="26307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111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Deep Business Insights (Overall)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7467600" cy="4708525"/>
          </a:xfrm>
        </p:spPr>
        <p:txBody>
          <a:bodyPr>
            <a:normAutofit fontScale="62500" lnSpcReduction="20000"/>
          </a:bodyPr>
          <a:lstStyle/>
          <a:p>
            <a:pPr marL="36576" indent="0">
              <a:buNone/>
            </a:pPr>
            <a:r>
              <a:rPr lang="en-IN" b="1" dirty="0"/>
              <a:t>Strengths:</a:t>
            </a:r>
          </a:p>
          <a:p>
            <a:r>
              <a:rPr lang="en-IN" dirty="0"/>
              <a:t>High premium class revenue (Elite + Premium = 60%)</a:t>
            </a:r>
          </a:p>
          <a:p>
            <a:r>
              <a:rPr lang="en-IN" dirty="0"/>
              <a:t>Strong weekday revenue</a:t>
            </a:r>
          </a:p>
          <a:p>
            <a:r>
              <a:rPr lang="en-IN" dirty="0"/>
              <a:t>Good performance in Mumbai &amp; Bangalore</a:t>
            </a:r>
          </a:p>
          <a:p>
            <a:r>
              <a:rPr lang="en-IN" dirty="0" err="1"/>
              <a:t>Atliq</a:t>
            </a:r>
            <a:r>
              <a:rPr lang="en-IN" dirty="0"/>
              <a:t> Exotica performing exceptionally well</a:t>
            </a:r>
          </a:p>
          <a:p>
            <a:pPr marL="36576" indent="0">
              <a:buNone/>
            </a:pPr>
            <a:r>
              <a:rPr lang="en-IN" b="1" dirty="0"/>
              <a:t>Weaknesses:</a:t>
            </a:r>
          </a:p>
          <a:p>
            <a:r>
              <a:rPr lang="en-IN" dirty="0"/>
              <a:t>Only 58% occupancy → lots of empty rooms</a:t>
            </a:r>
          </a:p>
          <a:p>
            <a:r>
              <a:rPr lang="en-IN" dirty="0"/>
              <a:t>25% cancellation rate → revenue leakage</a:t>
            </a:r>
          </a:p>
          <a:p>
            <a:r>
              <a:rPr lang="en-IN" dirty="0"/>
              <a:t>Delhi &amp; Seasons hotel underperforming</a:t>
            </a:r>
          </a:p>
          <a:p>
            <a:r>
              <a:rPr lang="en-IN" dirty="0"/>
              <a:t>No-show issue (5%) blocks inventory</a:t>
            </a:r>
          </a:p>
          <a:p>
            <a:pPr marL="36576" indent="0">
              <a:buNone/>
            </a:pPr>
            <a:r>
              <a:rPr lang="en-IN" b="1" dirty="0"/>
              <a:t>Opportunities:</a:t>
            </a:r>
          </a:p>
          <a:p>
            <a:r>
              <a:rPr lang="en-IN" dirty="0"/>
              <a:t>Dynamic pricing for weak months</a:t>
            </a:r>
          </a:p>
          <a:p>
            <a:r>
              <a:rPr lang="en-IN" dirty="0"/>
              <a:t>Reduce cancellations via policies</a:t>
            </a:r>
          </a:p>
          <a:p>
            <a:r>
              <a:rPr lang="en-IN" dirty="0"/>
              <a:t>Target corporate clients for weekday demand</a:t>
            </a:r>
          </a:p>
          <a:p>
            <a:r>
              <a:rPr lang="en-IN" dirty="0"/>
              <a:t>Push promotions for RT1 &amp; Standard rooms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14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B49A3F-BCC3-063E-2823-B7349CC0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Tableau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B2492F-71C1-71C9-AC73-6BDF0B25D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548" b="4335"/>
          <a:stretch>
            <a:fillRect/>
          </a:stretch>
        </p:blipFill>
        <p:spPr>
          <a:xfrm>
            <a:off x="226142" y="1417639"/>
            <a:ext cx="8672052" cy="5042156"/>
          </a:xfrm>
        </p:spPr>
      </p:pic>
    </p:spTree>
    <p:extLst>
      <p:ext uri="{BB962C8B-B14F-4D97-AF65-F5344CB8AC3E}">
        <p14:creationId xmlns:p14="http://schemas.microsoft.com/office/powerpoint/2010/main" val="1996853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CD107-F0EB-A9C3-3C6B-E03D6B69D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21AF35-82AA-EC05-3C1C-05D2D3170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Excel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89BEE3-6D93-0668-A06E-BB989C432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742" r="3028" b="9484"/>
          <a:stretch>
            <a:fillRect/>
          </a:stretch>
        </p:blipFill>
        <p:spPr>
          <a:xfrm>
            <a:off x="285135" y="1417638"/>
            <a:ext cx="8573729" cy="4852885"/>
          </a:xfrm>
        </p:spPr>
      </p:pic>
    </p:spTree>
    <p:extLst>
      <p:ext uri="{BB962C8B-B14F-4D97-AF65-F5344CB8AC3E}">
        <p14:creationId xmlns:p14="http://schemas.microsoft.com/office/powerpoint/2010/main" val="142171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Conclusion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19331" cy="3604189"/>
          </a:xfrm>
        </p:spPr>
        <p:txBody>
          <a:bodyPr>
            <a:normAutofit/>
          </a:bodyPr>
          <a:lstStyle/>
          <a:p>
            <a:r>
              <a:rPr lang="en-US" sz="2000" dirty="0"/>
              <a:t>Data analysis provides valuable insights for hospitality businesses</a:t>
            </a:r>
            <a:endParaRPr lang="en-GB" sz="2000" dirty="0"/>
          </a:p>
          <a:p>
            <a:r>
              <a:rPr lang="en-GB" sz="2000" dirty="0"/>
              <a:t>The dashboard shows strong revenue and booking performance but highlights challenges such as low occupancy and high cancellations. </a:t>
            </a:r>
          </a:p>
          <a:p>
            <a:r>
              <a:rPr lang="en-GB" sz="2000" dirty="0"/>
              <a:t>Premium categories and major cities perform well, while some hotels lag behind. </a:t>
            </a:r>
          </a:p>
          <a:p>
            <a:r>
              <a:rPr lang="en-GB" sz="2000" dirty="0"/>
              <a:t>Improving pricing, reducing cancellations, and optimizing capacity can significantly enhance overall business performance.</a:t>
            </a:r>
          </a:p>
          <a:p>
            <a:r>
              <a:rPr lang="en-US" sz="2000" dirty="0"/>
              <a:t>Helps improve decision-making and revenue management</a:t>
            </a:r>
          </a:p>
          <a:p>
            <a:r>
              <a:rPr lang="en-US" sz="2000" dirty="0"/>
              <a:t>This project demonstrates practical application of data analytics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38844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402C-7623-F805-6395-ED9C8BD9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949" y="5131456"/>
            <a:ext cx="7470648" cy="1143000"/>
          </a:xfrm>
        </p:spPr>
        <p:txBody>
          <a:bodyPr/>
          <a:lstStyle/>
          <a:p>
            <a:pPr algn="r"/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0090170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367</TotalTime>
  <Words>439</Words>
  <Application>Microsoft Office PowerPoint</Application>
  <PresentationFormat>On-screen Show (4:3)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Franklin Gothic Book</vt:lpstr>
      <vt:lpstr>Wingdings</vt:lpstr>
      <vt:lpstr>Wingdings 2</vt:lpstr>
      <vt:lpstr>Technic</vt:lpstr>
      <vt:lpstr>Hospitality data analysis</vt:lpstr>
      <vt:lpstr>Introduction</vt:lpstr>
      <vt:lpstr>Objectives</vt:lpstr>
      <vt:lpstr>Tools &amp; Techniques Used</vt:lpstr>
      <vt:lpstr>Key KPIs (Business Performance Summary)</vt:lpstr>
      <vt:lpstr>PowerPoint Presentation</vt:lpstr>
      <vt:lpstr>Revenue analysis</vt:lpstr>
      <vt:lpstr>Occupancy analysis</vt:lpstr>
      <vt:lpstr>Customer &amp; Booking Analysis</vt:lpstr>
      <vt:lpstr>Deep Business Insights (Overall)</vt:lpstr>
      <vt:lpstr>Tableau Dashboard</vt:lpstr>
      <vt:lpstr>Excel Dashboard</vt:lpstr>
      <vt:lpstr>Conclusion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 Dashboard Analysis</dc:title>
  <dc:creator>Lenovo</dc:creator>
  <dc:description>generated using python-pptx</dc:description>
  <cp:lastModifiedBy>SYBAF310 Ansh Bachhe</cp:lastModifiedBy>
  <cp:revision>13</cp:revision>
  <dcterms:created xsi:type="dcterms:W3CDTF">2013-01-27T09:14:16Z</dcterms:created>
  <dcterms:modified xsi:type="dcterms:W3CDTF">2025-12-30T08:00:50Z</dcterms:modified>
</cp:coreProperties>
</file>